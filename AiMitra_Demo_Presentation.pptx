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30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343400" y="1874519"/>
            <a:ext cx="3200400" cy="3200400"/>
          </a:xfrm>
          <a:prstGeom prst="ellipse">
            <a:avLst/>
          </a:prstGeom>
          <a:solidFill>
            <a:srgbClr val="03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800600" y="2331720"/>
            <a:ext cx="2286000" cy="2286000"/>
          </a:xfrm>
          <a:prstGeom prst="ellipse">
            <a:avLst/>
          </a:prstGeom>
          <a:solidFill>
            <a:srgbClr val="130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01168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dirty="0" err="1">
                <a:solidFill>
                  <a:srgbClr val="FFFFFF"/>
                </a:solidFill>
              </a:rPr>
              <a:t>AiMitra</a:t>
            </a:r>
            <a:endParaRPr sz="4800" b="1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D4AA"/>
                </a:solidFill>
              </a:rPr>
              <a:t>AI-Powered Assistant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</a:rPr>
              <a:t>One unified workspace for QA Engineers, Developers &amp; Business Analysts
powered by 13 AI providers and 30+ intelligent tools.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46120"/>
            <a:ext cx="2011680" cy="777240"/>
          </a:xfrm>
          <a:prstGeom prst="rect">
            <a:avLst/>
          </a:prstGeom>
          <a:solidFill>
            <a:srgbClr val="161B22"/>
          </a:solidFill>
          <a:ln w="9525">
            <a:solidFill>
              <a:srgbClr val="238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2735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38CF5"/>
                </a:solidFill>
              </a:rPr>
              <a:t>13+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</a:rPr>
              <a:t>AI Providers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3246120"/>
            <a:ext cx="2011680" cy="777240"/>
          </a:xfrm>
          <a:prstGeom prst="rect">
            <a:avLst/>
          </a:prstGeom>
          <a:solidFill>
            <a:srgbClr val="161B22"/>
          </a:solidFill>
          <a:ln w="9525">
            <a:solidFill>
              <a:srgbClr val="238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32735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38CF5"/>
                </a:solidFill>
              </a:rPr>
              <a:t>30+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</a:rPr>
              <a:t>Intelligent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3246120"/>
            <a:ext cx="2011680" cy="777240"/>
          </a:xfrm>
          <a:prstGeom prst="rect">
            <a:avLst/>
          </a:prstGeom>
          <a:solidFill>
            <a:srgbClr val="161B22"/>
          </a:solidFill>
          <a:ln w="9525">
            <a:solidFill>
              <a:srgbClr val="238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32735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38CF5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</a:rPr>
              <a:t>Workspaces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3246120"/>
            <a:ext cx="2011680" cy="777240"/>
          </a:xfrm>
          <a:prstGeom prst="rect">
            <a:avLst/>
          </a:prstGeom>
          <a:solidFill>
            <a:srgbClr val="161B22"/>
          </a:solidFill>
          <a:ln w="9525">
            <a:solidFill>
              <a:srgbClr val="238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69480" y="32735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38CF5"/>
                </a:solidFill>
              </a:rPr>
              <a:t>Multi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</a:rPr>
              <a:t>Model Support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9144000" cy="18288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</a:rPr>
              <a:t>Demo Presentation  •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Platform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16459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</a:rPr>
              <a:t>AiMitra organises all AI capabilities into 4 focused workspaces — allowing teams to pick the right tool for the right job.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4114800" cy="2331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4114800" cy="36576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490472"/>
            <a:ext cx="3895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8CF5"/>
                </a:solidFill>
              </a:rPr>
              <a:t>💬 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Free-form conversations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8424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Code &amp; text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8541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Web search (Perplexity)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8658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Image generation (DALL-E 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417320"/>
            <a:ext cx="4114800" cy="2331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54880" y="1417320"/>
            <a:ext cx="4114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64608" y="1490472"/>
            <a:ext cx="3895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AA"/>
                </a:solidFill>
              </a:rPr>
              <a:t>🛠️  Dev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7830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DOM Locator 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98424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Test Case &amp; BDD Generator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18541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Code Review / Debug / Convert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38658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SQL, Regex, Git, DevOps helpers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31920"/>
            <a:ext cx="4114800" cy="2331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931920"/>
            <a:ext cx="4114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" y="4005072"/>
            <a:ext cx="3895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</a:rPr>
              <a:t>📋  JIRA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976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AI Bug Reporter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9884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Ticket Validator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70001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Comment Generator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901183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Test Plan Reviewer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3931920"/>
            <a:ext cx="4114800" cy="2331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754880" y="3931920"/>
            <a:ext cx="4114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64608" y="4005072"/>
            <a:ext cx="3895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</a:rPr>
              <a:t>📊  BA Suite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42976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User Story &amp; Use Case Gen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449884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BRD / Gap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470001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Meeting Summarizer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901183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Impact &amp; Stakeholder reports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9144000" cy="18288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</a:rPr>
              <a:t>AiMitra  •  Platform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Use Case 1 — Chat Workspace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6928"/>
            <a:ext cx="1371600" cy="36576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</a:rPr>
              <a:t>Your AI companion for daily conversations, code help, research &amp; creative tasks.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4023360" cy="2377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4023360" cy="36576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" y="1307592"/>
            <a:ext cx="3803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8CF5"/>
                </a:solidFill>
              </a:rPr>
              <a:t>💬 Text &amp; Code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Ask anything — code, explanations,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Supports all 13 AI providers (GPT-4o, Claude, Gemini, Llama, Grok…)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02536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Switch models mid-session for different perspectives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234440"/>
            <a:ext cx="4023360" cy="2377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3440" y="1234440"/>
            <a:ext cx="402336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73168" y="1307592"/>
            <a:ext cx="3803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AA"/>
                </a:solidFill>
              </a:rPr>
              <a:t>🌐 Real-Time Web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600200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Powered by Perplexity Sonar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01368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Fetches live documentation, changelogs, and news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002536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Ideal for: 'What's new in Playwright 1.45?'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94760"/>
            <a:ext cx="4023360" cy="2377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3794760"/>
            <a:ext cx="40233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" y="3867912"/>
            <a:ext cx="3803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</a:rPr>
              <a:t>🎨 Image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60520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Powered by OpenAI DALL-E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61688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Generate UI mockups, icons, or concept art from prompts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62856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Auto-validates model — shows error if wrong model selected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3794760"/>
            <a:ext cx="4023360" cy="2377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63440" y="3794760"/>
            <a:ext cx="402336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73168" y="3867912"/>
            <a:ext cx="3803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</a:rPr>
              <a:t>🤖 Model Comparison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160520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Run the same prompt across multiple models side-by-side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361688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Compare GPT-4o vs Claude vs Gemini output 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4562856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Pick the best model for your specific task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9144000" cy="18288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</a:rPr>
              <a:t>AiMitra  •  Use Case 1: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Use Case 2 — Dev Tools Workspace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6928"/>
            <a:ext cx="16459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</a:rPr>
              <a:t>15+ specialised developer &amp; QA tools — all AI-accelerated.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234440"/>
            <a:ext cx="2084831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1234440"/>
            <a:ext cx="2084831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" y="1307592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AA"/>
                </a:solidFill>
              </a:rPr>
              <a:t>🎯 DOM Locator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00200"/>
            <a:ext cx="181051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Paste HTML → get XPath &amp; CSS selectors instantly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39" y="1883664"/>
            <a:ext cx="181051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Great for Selenium / Playwright automation scripts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9152" y="1234440"/>
            <a:ext cx="2084831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59152" y="1234440"/>
            <a:ext cx="2084831" cy="36576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0" y="1307592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8CF5"/>
                </a:solidFill>
              </a:rPr>
              <a:t>🧪 Test Case Generator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1600200"/>
            <a:ext cx="181051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Describe feature → get ready-to-run test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1883664"/>
            <a:ext cx="181051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Supports Selenium, Playwright, Jest output formats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35424" y="1234440"/>
            <a:ext cx="2084831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35424" y="1234440"/>
            <a:ext cx="2084831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45152" y="1307592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</a:rPr>
              <a:t>📋 BDD Generator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1600200"/>
            <a:ext cx="181051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Convert requirements into Gherkin feature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1883664"/>
            <a:ext cx="181051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Given / When / Then scenarios with examples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11696" y="1234440"/>
            <a:ext cx="2084831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711696" y="1234440"/>
            <a:ext cx="2084831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21424" y="1307592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</a:rPr>
              <a:t>🔍 Code Review &amp; Explain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1600200"/>
            <a:ext cx="181051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Paste code → get review, security issues, suggestions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8856" y="1863090"/>
            <a:ext cx="181051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Explain complex code in plain English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788920"/>
            <a:ext cx="2084831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82880" y="2788920"/>
            <a:ext cx="2084831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2608" y="2862072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AA"/>
                </a:solidFill>
              </a:rPr>
              <a:t>🐛 Debug &amp; Fix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3154679"/>
            <a:ext cx="181051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Paste failing code + error → get root cause + fix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3423666"/>
            <a:ext cx="181051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Understands stack traces and runtime errors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59152" y="2788920"/>
            <a:ext cx="2084831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359152" y="2788920"/>
            <a:ext cx="2084831" cy="36576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68880" y="2862072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8CF5"/>
                </a:solidFill>
              </a:rPr>
              <a:t>🔄 Code Converter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96312" y="3154679"/>
            <a:ext cx="181051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Translate code between languages (Python↔JS, etc.)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96312" y="3423666"/>
            <a:ext cx="181051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Preserve logic while adapting idioms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35424" y="2788920"/>
            <a:ext cx="2084831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35424" y="2788920"/>
            <a:ext cx="2084831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45152" y="2862072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</a:rPr>
              <a:t>🗄️ SQL Helper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2584" y="3154679"/>
            <a:ext cx="181051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Write, optimise, and explain SQL queries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72583" y="3423666"/>
            <a:ext cx="181051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Supports PostgreSQL, MySQL, SQLite dialects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11696" y="2788920"/>
            <a:ext cx="2084831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711696" y="2788920"/>
            <a:ext cx="2084831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21424" y="2862072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</a:rPr>
              <a:t>⚙️ DevOps Generator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48856" y="3154679"/>
            <a:ext cx="181051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Generate Dockerfiles, CI/CD pipelines, k8s YAMLs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48856" y="3437382"/>
            <a:ext cx="181051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GitHub Actions, Jenkins, and more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9144000" cy="1828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</a:rPr>
              <a:t>AiMitra  •  Use Case 2: Dev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Use Case 3 — JIRA AI Workspace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6928"/>
            <a:ext cx="146304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</a:rPr>
              <a:t>Automate JIRA workflows — create, validate, and enrich tickets using 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" y="1234440"/>
            <a:ext cx="274320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6888" y="1234440"/>
            <a:ext cx="2743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" y="1307592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</a:rPr>
              <a:t>🐛 AI Bug Reporter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60020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Describe a bug in plain 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80136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AI generates a fully-structured JIRA bug ticket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00253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Auto-fills: Summary, Steps to Reproduce, Expected vs Actual, Severity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18104" y="1234440"/>
            <a:ext cx="274320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18104" y="1234440"/>
            <a:ext cx="2743200" cy="36576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27832" y="1307592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8CF5"/>
                </a:solidFill>
              </a:rPr>
              <a:t>✅ Ticket Validator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5264" y="160020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Paste an existing JIRA ticket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5264" y="180136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AI checks completeness and clarity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5264" y="200253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Get actionable improvement suggestions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234440"/>
            <a:ext cx="274320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89320" y="1234440"/>
            <a:ext cx="27432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99048" y="1307592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AA"/>
                </a:solidFill>
              </a:rPr>
              <a:t>💬 Comment Generator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60020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Select a ticket → AI drafts professional comments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80136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Update stakeholders with AI-written status 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00253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Tone-aware: technical, executive, or casual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" y="3474720"/>
            <a:ext cx="274320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46888" y="347472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6616" y="3547872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</a:rPr>
              <a:t>📝 Test Plan Reviewer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384048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Upload/paste your test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40416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AI reviews coverage gaps and edge 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424281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Produces a scored review report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18104" y="3474720"/>
            <a:ext cx="274320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118104" y="3474720"/>
            <a:ext cx="2743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27832" y="3547872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</a:rPr>
              <a:t>📥 Ticket Loader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55264" y="384048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Connect to live JIRA instance via API token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55264" y="40416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Load and analyse tickets directly in AiMitra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55264" y="424281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Bulk review or summarise sprints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3474720"/>
            <a:ext cx="274320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989320" y="3474720"/>
            <a:ext cx="2743200" cy="36576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99048" y="3547872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8CF5"/>
                </a:solidFill>
              </a:rPr>
              <a:t>📌 JQL Builder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84048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Describe what you want in English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0416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AI generates optimised JQL query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24281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Supports complex filters, ordering, dates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9144000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</a:rPr>
              <a:t>AiMitra  •  Use Case 3: JIRA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Use Case 4 — Business Analysis Suite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6928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</a:rPr>
              <a:t>10 BA tools to accelerate requirements, documentation, and stakeholder communication.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1234440"/>
            <a:ext cx="169164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" y="1234440"/>
            <a:ext cx="169164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" y="1307592"/>
            <a:ext cx="1472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F6B35"/>
                </a:solidFill>
              </a:rPr>
              <a:t>📖 User Story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00784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Feature idea → As a / I want / So that stories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01777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With acceptance criteria and story 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11096" y="1234440"/>
            <a:ext cx="169164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911096" y="1234440"/>
            <a:ext cx="1691640" cy="36576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20824" y="1307592"/>
            <a:ext cx="1472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8CF5"/>
                </a:solidFill>
              </a:rPr>
              <a:t>✔️ Acceptance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48256" y="1655065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User story → detailed 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8256" y="19385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Given/When/Then + DoD checklist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5032" y="1234440"/>
            <a:ext cx="169164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85032" y="1234440"/>
            <a:ext cx="169164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94760" y="1307592"/>
            <a:ext cx="1472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AA"/>
                </a:solidFill>
              </a:rPr>
              <a:t>📐 Use Case Generator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2192" y="1650493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Requirement text → formal use case document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2" y="1965959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Includes actors, flows, and exceptions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58968" y="1234440"/>
            <a:ext cx="169164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58968" y="1234440"/>
            <a:ext cx="169164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68696" y="1307592"/>
            <a:ext cx="1472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</a:rPr>
              <a:t>📊 Requirements Analyser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6128" y="167233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Upload spec doc → AI identifies gaps, ambiguities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1947671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Returns structured requirement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32904" y="1234440"/>
            <a:ext cx="169164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2904" y="1234440"/>
            <a:ext cx="169164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42632" y="1307592"/>
            <a:ext cx="1472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</a:rPr>
              <a:t>🗺️ Process Flow Generator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0064" y="1676654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Describe a business process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195884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AI generates step-by-step process 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" y="2907791"/>
            <a:ext cx="169164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37160" y="2907791"/>
            <a:ext cx="1691640" cy="36576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6888" y="2980944"/>
            <a:ext cx="1472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8CF5"/>
                </a:solidFill>
              </a:rPr>
              <a:t>📄 BRD Generator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3273551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Input: feature brief or meeting notes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353872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Output: full Business Requirements Document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11096" y="2907791"/>
            <a:ext cx="169164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911096" y="2907791"/>
            <a:ext cx="169164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020824" y="2980944"/>
            <a:ext cx="1472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AA"/>
                </a:solidFill>
              </a:rPr>
              <a:t>🔍 Gap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48256" y="3273551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Compare AS-IS vs TO-BE states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20824" y="3561587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Identify missing requirements and risks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85032" y="2907791"/>
            <a:ext cx="169164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85032" y="2907791"/>
            <a:ext cx="169164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794760" y="2980944"/>
            <a:ext cx="1472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</a:rPr>
              <a:t>🎙️ Meeting Summariser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22192" y="332409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Paste meeting transcript or notes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22192" y="3621025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AI extracts decisions, action items, owners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58968" y="2907791"/>
            <a:ext cx="169164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458968" y="2907791"/>
            <a:ext cx="169164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568696" y="2980944"/>
            <a:ext cx="1472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</a:rPr>
              <a:t>📣 Stakeholder Update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96128" y="3325367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Technical details → non-technical status update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96128" y="3627119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Tailored for exec / business audience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32904" y="2907791"/>
            <a:ext cx="169164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232904" y="2907791"/>
            <a:ext cx="1691640" cy="36576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42632" y="2980944"/>
            <a:ext cx="1472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8CF5"/>
                </a:solidFill>
              </a:rPr>
              <a:t>⚡ Impact Analysis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70064" y="3273551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Describe a change → AI maps downstream impacts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97496" y="3554475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CCD6E0"/>
                </a:solidFill>
              </a:rPr>
              <a:t>▸  Flags risks across systems and teams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37960"/>
            <a:ext cx="9144000" cy="182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</a:rPr>
              <a:t>AiMitra  •  Use Case 4: BA Suite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13 AI Providers — One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6928"/>
            <a:ext cx="16459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</a:rPr>
              <a:t>Switch between providers and models in a single click. AiMitra auto-validates model compatibility with each tool.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269748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2697480" cy="36576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" y="1307592"/>
            <a:ext cx="2478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8CF5"/>
                </a:solidFill>
              </a:rPr>
              <a:t>OpenAI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GPT-4o, GPT-4 Turbo, o1, o3-mini, DALL-E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54096" y="1234440"/>
            <a:ext cx="269748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54096" y="1234440"/>
            <a:ext cx="26974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63824" y="1307592"/>
            <a:ext cx="2478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AA"/>
                </a:solidFill>
              </a:rPr>
              <a:t>Anthropic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1256" y="1600200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Claude Opus 4.7, Sonnet 4.6, Haiku 4.5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79592" y="1234440"/>
            <a:ext cx="269748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79592" y="1234440"/>
            <a:ext cx="269748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89320" y="1307592"/>
            <a:ext cx="2478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</a:rPr>
              <a:t>Google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1600200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Gemini 2.0 Flash, Gemini 1.5, Gemma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1984248"/>
            <a:ext cx="269748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28600" y="1984248"/>
            <a:ext cx="269748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8" y="2057400"/>
            <a:ext cx="2478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</a:rPr>
              <a:t>Meta / Groq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350008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Llama 3.3 70B, Llama 3.1 8B (ultra-fast)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54096" y="1984248"/>
            <a:ext cx="269748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54096" y="1984248"/>
            <a:ext cx="2697480" cy="36576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63824" y="2057400"/>
            <a:ext cx="2478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8CF5"/>
                </a:solidFill>
              </a:rPr>
              <a:t>Mistral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91256" y="2350008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Mistral Large, Codestral, Mixtral 8x7B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79592" y="1984248"/>
            <a:ext cx="269748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79592" y="1984248"/>
            <a:ext cx="26974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89320" y="2057400"/>
            <a:ext cx="2478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AA"/>
                </a:solidFill>
              </a:rPr>
              <a:t>DeepSeek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6752" y="2350008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DeepSeek V3, DeepSeek R1 (Thinking)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734056"/>
            <a:ext cx="269748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28600" y="2734056"/>
            <a:ext cx="269748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8328" y="2807208"/>
            <a:ext cx="2478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</a:rPr>
              <a:t>xAI / Grok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3099816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Grok 3, Grok 3 Mini, Grok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54096" y="2734056"/>
            <a:ext cx="269748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054096" y="2734056"/>
            <a:ext cx="269748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63824" y="2807208"/>
            <a:ext cx="2478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</a:rPr>
              <a:t>Perplexity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91256" y="3099816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Sonar Pro, Sonar — real-time web search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79592" y="2734056"/>
            <a:ext cx="269748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879592" y="2734056"/>
            <a:ext cx="2697480" cy="36576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89320" y="2807208"/>
            <a:ext cx="2478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8CF5"/>
                </a:solidFill>
              </a:rPr>
              <a:t>Together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16752" y="3099816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Llama, Qwen 2.5, Mixtral 8x22B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3483864"/>
            <a:ext cx="269748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28600" y="3483864"/>
            <a:ext cx="26974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8328" y="3557016"/>
            <a:ext cx="2478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AA"/>
                </a:solidFill>
              </a:rPr>
              <a:t>Cerebras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3849624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Llama 3.3 70B Ultra-Fast inference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54096" y="3483864"/>
            <a:ext cx="269748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054096" y="3483864"/>
            <a:ext cx="269748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163824" y="3557016"/>
            <a:ext cx="2478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</a:rPr>
              <a:t>OpenRouter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91256" y="3849624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200+ models via one API key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79592" y="3483864"/>
            <a:ext cx="269748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879592" y="3483864"/>
            <a:ext cx="269748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89320" y="3557016"/>
            <a:ext cx="2478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</a:rPr>
              <a:t>Fireworks AI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16752" y="3849624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Llama, DeepSeek R1, Qwen 2.5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4233672"/>
            <a:ext cx="269748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28600" y="4233672"/>
            <a:ext cx="2697480" cy="36576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38328" y="4306824"/>
            <a:ext cx="2478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8CF5"/>
                </a:solidFill>
              </a:rPr>
              <a:t>Cohere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459943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Command R+, Command 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37960"/>
            <a:ext cx="9144000" cy="18288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</a:rPr>
              <a:t>AiMitra  •  AI Providers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Demo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6928"/>
            <a:ext cx="11887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</a:rPr>
              <a:t>Suggested sequence for a compelling 15-minute demo.</a:t>
            </a:r>
          </a:p>
        </p:txBody>
      </p:sp>
      <p:sp>
        <p:nvSpPr>
          <p:cNvPr id="6" name="Oval 5"/>
          <p:cNvSpPr/>
          <p:nvPr/>
        </p:nvSpPr>
        <p:spPr>
          <a:xfrm>
            <a:off x="274320" y="1344168"/>
            <a:ext cx="384048" cy="384048"/>
          </a:xfrm>
          <a:prstGeom prst="ellipse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2710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38CF5"/>
                </a:solidFill>
              </a:rPr>
              <a:t>Chat — Model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545336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Show model switcher. Ask the same question to GPT-4o and Claude Sonnet. Highlight provider logos.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01952"/>
            <a:ext cx="8229600" cy="914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74320" y="2057400"/>
            <a:ext cx="384048" cy="38404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20391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984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D4AA"/>
                </a:solidFill>
              </a:rPr>
              <a:t>Chat — Web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25856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Switch to Perplexity Sonar. Ask: 'Latest Playwright v1.46 features'. Show live results.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15184"/>
            <a:ext cx="8229600" cy="914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74320" y="2770632"/>
            <a:ext cx="384048" cy="38404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27523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697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6B35"/>
                </a:solidFill>
              </a:rPr>
              <a:t>Chat — Image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2971800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Switch to DALL-E 3. Prompt: 'A futuristic dashboard UI in dark theme'. Show generated image.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28416"/>
            <a:ext cx="8229600" cy="914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74320" y="3483864"/>
            <a:ext cx="384048" cy="38404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34655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410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D4AA"/>
                </a:solidFill>
              </a:rPr>
              <a:t>Dev Tools — DOM Locator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3685032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Paste a snippet of your app's HTML. Show generated XPath and CSS selectors instantly.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41648"/>
            <a:ext cx="8229600" cy="914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74320" y="4197096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417880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41239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</a:rPr>
              <a:t>Dev Tools — BDD Generator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4398264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Describe a login feature. Generate Gherkin feature file. Copy to clipboard.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74320" y="4910328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48920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8371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</a:rPr>
              <a:t>JIRA — AI Bug Reporter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5111496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Describe a bug verbally. Show auto-generated JIRA ticket with all fields populated.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468112"/>
            <a:ext cx="8229600" cy="914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74320" y="5623559"/>
            <a:ext cx="384048" cy="38404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5605271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" y="555040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6B35"/>
                </a:solidFill>
              </a:rPr>
              <a:t>BA Suite — User Story + BRD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5824727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Input a feature brief. Generate user story, then escalate to full BRD document.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37960"/>
            <a:ext cx="9144000" cy="1828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</a:rPr>
              <a:t>AiMitra  •  Demo 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Why AiMitra?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6928"/>
            <a:ext cx="9144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</a:rPr>
              <a:t>Key differentiators vs using individual AI tools or ChatGPT directly.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4114800" cy="2286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4114800" cy="36576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399032"/>
            <a:ext cx="3895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8CF5"/>
                </a:solidFill>
              </a:rPr>
              <a:t>🔀 Multi-Model Freedom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No vendor lock-in — switch any model at any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9280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Compare outputs side-by-side with Model Compare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9397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Auto-sync: live model lists fetched from each provider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325880"/>
            <a:ext cx="4114800" cy="2286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4880" y="1325880"/>
            <a:ext cx="4114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64608" y="1399032"/>
            <a:ext cx="3895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AA"/>
                </a:solidFill>
              </a:rPr>
              <a:t>🧩 Purpose-Built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69164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30+ tools crafted for QA / Dev / BA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89280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Each tool has tailored prompts — not generic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09397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Structured output: proper JIRA fields, BRD sections, Gherkin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94760"/>
            <a:ext cx="4114800" cy="2286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4114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3867912"/>
            <a:ext cx="3895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</a:rPr>
              <a:t>⚡ Smart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6052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Model-capability warnings before you hit errors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36168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DALL-E validation, reasoning-model warnings, small-model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56285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JQL / BDD outputs validated before display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3794760"/>
            <a:ext cx="4114800" cy="2286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754880" y="3794760"/>
            <a:ext cx="4114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64608" y="3867912"/>
            <a:ext cx="3895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</a:rPr>
              <a:t>🏢 Team-Ready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16052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JIRA integration with live ticket loading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436168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Shareable chat history and exportable outputs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456285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▸  Works on-premise or cloud — bring your own API keys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9144000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</a:rPr>
              <a:t>AiMitra  •  Differentiators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514600" y="1508760"/>
            <a:ext cx="4114800" cy="4114800"/>
          </a:xfrm>
          <a:prstGeom prst="ellipse">
            <a:avLst/>
          </a:prstGeom>
          <a:solidFill>
            <a:srgbClr val="0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200400" y="2194560"/>
            <a:ext cx="2743200" cy="2743200"/>
          </a:xfrm>
          <a:prstGeom prst="ellipse">
            <a:avLst/>
          </a:prstGeom>
          <a:solidFill>
            <a:srgbClr val="001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3291840"/>
            <a:ext cx="219456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34290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D4AA"/>
                </a:solidFill>
              </a:rPr>
              <a:t>AiMitra — AI for Every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023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6E0"/>
                </a:solidFill>
              </a:rPr>
              <a:t>Questions? Let's explore any use case live.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846320"/>
            <a:ext cx="1691640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238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💬 Chat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4846320"/>
            <a:ext cx="1691640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238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40" y="484632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🛠️ Dev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4846320"/>
            <a:ext cx="1691640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238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484632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📋 JIRA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4846320"/>
            <a:ext cx="1691640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238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484632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📊 BA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1414</Words>
  <Application>Microsoft Office PowerPoint</Application>
  <PresentationFormat>On-screen Show (4:3)</PresentationFormat>
  <Paragraphs>220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Shivkant Kumar</cp:lastModifiedBy>
  <cp:revision>2</cp:revision>
  <dcterms:created xsi:type="dcterms:W3CDTF">2013-01-27T09:14:16Z</dcterms:created>
  <dcterms:modified xsi:type="dcterms:W3CDTF">2026-06-16T10:09:39Z</dcterms:modified>
  <cp:category/>
</cp:coreProperties>
</file>